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421DA7-D396-43B7-8633-799670922C9F}">
  <a:tblStyle styleId="{51421DA7-D396-43B7-8633-799670922C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b76e5ee3f_2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eb76e5ee3f_2_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eb76e5ee3f_2_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b76e5ee3f_2_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eb76e5ee3f_2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b76e5ee3f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b76e5ee3f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b76e5ee3f_2_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eb76e5ee3f_2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00801" y="22547"/>
            <a:ext cx="2259905" cy="612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>
            <a:off x="112514" y="634605"/>
            <a:ext cx="8919000" cy="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248551" y="609257"/>
            <a:ext cx="847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"/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Gen AI</a:t>
            </a:r>
            <a:endParaRPr sz="43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"/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Course Code:25ECSC307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"/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Team D7</a:t>
            </a:r>
            <a:endParaRPr sz="43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629563" y="1856492"/>
            <a:ext cx="78849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Transport Delay Explainer and Alternate Route Advisor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black and red text on a black background&#10;&#10;AI-generated content may be incorrect."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8085" y="0"/>
            <a:ext cx="3148940" cy="7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66333" y="2701187"/>
            <a:ext cx="905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: Dr. 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Guruprasad K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7" name="Google Shape;67;p14"/>
          <p:cNvGraphicFramePr/>
          <p:nvPr/>
        </p:nvGraphicFramePr>
        <p:xfrm>
          <a:off x="1730072" y="32429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{51421DA7-D396-43B7-8633-799670922C9F}</a:tableStyleId>
              </a:tblPr>
              <a:tblGrid>
                <a:gridCol w="1894625"/>
                <a:gridCol w="1894625"/>
                <a:gridCol w="1894625"/>
              </a:tblGrid>
              <a:tr h="33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No 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33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Chinmayi K B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01FE23BCS080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33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Ananya B Pattanashetty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406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01FE23BCS055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33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Srishti Manvi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403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01FE23BCS045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33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Rashmi M Mathapati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01FE23BCS300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389400" y="860275"/>
            <a:ext cx="8151000" cy="3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To develop an AI-powered public transport delay explanation and alternate route advisory system that provides real-time passenger communication, multilingual announcements, and route recommendations.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AI-powered passenger announcements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explaining transport delays based on route, cause, and delay duration.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multilingual communication and voice outputs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English and Kannada for better accessibility.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 optimized alternate routes using Dijkstra’s Algorithm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generate incident reports for efficient passenger information management.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0" y="0"/>
            <a:ext cx="447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00000"/>
                </a:solidFill>
              </a:rPr>
              <a:t>Problem statement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157100" y="1"/>
            <a:ext cx="8229600" cy="684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00000"/>
                </a:solidFill>
              </a:rPr>
              <a:t>Architecture</a:t>
            </a:r>
            <a:endParaRPr b="1" sz="3000">
              <a:solidFill>
                <a:srgbClr val="C00000"/>
              </a:solidFill>
            </a:endParaRPr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6" title="Untitled diagram-2026-05-30-1810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850" y="771725"/>
            <a:ext cx="3830101" cy="42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270500" y="2145500"/>
            <a:ext cx="4713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6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lang="en" sz="6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hank You</a:t>
            </a:r>
            <a:endParaRPr sz="6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